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DA485D4C-469B-4CA4-BDB5-50565D7F84C8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5D271AC8-40B0-4617-BC2B-F1F98F497C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5184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85D4C-469B-4CA4-BDB5-50565D7F84C8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1AC8-40B0-4617-BC2B-F1F98F497C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0537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85D4C-469B-4CA4-BDB5-50565D7F84C8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1AC8-40B0-4617-BC2B-F1F98F497C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72933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85D4C-469B-4CA4-BDB5-50565D7F84C8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1AC8-40B0-4617-BC2B-F1F98F497C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94381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85D4C-469B-4CA4-BDB5-50565D7F84C8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1AC8-40B0-4617-BC2B-F1F98F497C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7819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85D4C-469B-4CA4-BDB5-50565D7F84C8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1AC8-40B0-4617-BC2B-F1F98F497C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9793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85D4C-469B-4CA4-BDB5-50565D7F84C8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1AC8-40B0-4617-BC2B-F1F98F497C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3154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85D4C-469B-4CA4-BDB5-50565D7F84C8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1AC8-40B0-4617-BC2B-F1F98F497C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5491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85D4C-469B-4CA4-BDB5-50565D7F84C8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1AC8-40B0-4617-BC2B-F1F98F497C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4987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85D4C-469B-4CA4-BDB5-50565D7F84C8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1AC8-40B0-4617-BC2B-F1F98F497C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5510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85D4C-469B-4CA4-BDB5-50565D7F84C8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1AC8-40B0-4617-BC2B-F1F98F497C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70323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85D4C-469B-4CA4-BDB5-50565D7F84C8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1AC8-40B0-4617-BC2B-F1F98F497C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75677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85D4C-469B-4CA4-BDB5-50565D7F84C8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1AC8-40B0-4617-BC2B-F1F98F497C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16438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85D4C-469B-4CA4-BDB5-50565D7F84C8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1AC8-40B0-4617-BC2B-F1F98F497C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7411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85D4C-469B-4CA4-BDB5-50565D7F84C8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1AC8-40B0-4617-BC2B-F1F98F497C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99255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DA485D4C-469B-4CA4-BDB5-50565D7F84C8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1AC8-40B0-4617-BC2B-F1F98F497C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22985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DA485D4C-469B-4CA4-BDB5-50565D7F84C8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1AC8-40B0-4617-BC2B-F1F98F497C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0392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DA485D4C-469B-4CA4-BDB5-50565D7F84C8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5D271AC8-40B0-4617-BC2B-F1F98F497C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7693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8C12BC-81E7-A861-51C8-218311E7C6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793790A-35AC-38B0-B0CA-81FEA2D2539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70003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F5C9D3-B167-F2BA-87F1-08E10503B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3BF07F7-4C42-6079-296D-7187C3D61A7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4437280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овет директоров">
  <a:themeElements>
    <a:clrScheme name="Совет директоров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Совет директоров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овет директоров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TM02900722[[fn=Ион (конференц-зал)]]</Template>
  <TotalTime>8</TotalTime>
  <Words>0</Words>
  <Application>Microsoft Office PowerPoint</Application>
  <PresentationFormat>Широкоэкранный</PresentationFormat>
  <Paragraphs>0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6" baseType="lpstr">
      <vt:lpstr>Arial</vt:lpstr>
      <vt:lpstr>Century Gothic</vt:lpstr>
      <vt:lpstr>Wingdings 3</vt:lpstr>
      <vt:lpstr>Совет директоров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Тима Голуа</dc:creator>
  <cp:lastModifiedBy>Тима Голуа</cp:lastModifiedBy>
  <cp:revision>1</cp:revision>
  <dcterms:created xsi:type="dcterms:W3CDTF">2025-12-15T13:36:51Z</dcterms:created>
  <dcterms:modified xsi:type="dcterms:W3CDTF">2025-12-15T13:45:19Z</dcterms:modified>
</cp:coreProperties>
</file>